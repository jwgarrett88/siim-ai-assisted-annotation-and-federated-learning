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03" y="3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0FCB1-935C-368E-6363-002E6A480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03CE1E-4A9E-87E9-8EDC-91D459E77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B5CE-A419-1428-49EA-4809BF5DB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8147-18F6-4509-9B08-6F5D2CCD6416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BC47E-1606-E208-1BE8-C22F2593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F7036-F1A4-A050-70AC-7A9279C4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567-5049-461D-8786-87B64A75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69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87DE1-07EC-6A64-88DD-53B2C5CE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E859C-0BF0-3DDA-FA0E-F3EDF3ABA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D003E-D448-542F-2E57-6B4135307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8147-18F6-4509-9B08-6F5D2CCD6416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68EB4-6307-0AF3-A8A4-098388A5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F2C04-4C99-86AF-C70B-805F7BD2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567-5049-461D-8786-87B64A75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58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91E5-64E4-C818-0D1C-03A70945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DAD69-8E2C-5078-B9B6-47BDFD48E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C7C37-717B-CDE1-70C0-8CCABE2CC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8147-18F6-4509-9B08-6F5D2CCD6416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7CCD5-CC24-2249-9138-13AECA105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4E164-AD9F-6AFE-F805-55683907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567-5049-461D-8786-87B64A75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76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03299-F485-2DB8-3429-8BD446543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82F1D-1FFE-84FD-2963-1A459FDBB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FA837-33C1-D007-1694-FD8FED2A3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15D4A-1D0C-FB93-4234-6150FAF10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8147-18F6-4509-9B08-6F5D2CCD6416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ED558-372A-E7A8-FB26-4026C993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9BD05-1B59-8F29-5CF7-A22D8632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567-5049-461D-8786-87B64A75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9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A2629-5CD8-DAC5-D2FE-3ECD1260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E9490-B250-FCF3-A198-F1AB0A9B8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94ABF-1426-173F-FEC2-EF31DDDC9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90CB2-5601-66F0-EE2B-57B529F97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168180-4E58-63D4-8FCF-957D386C86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E7B195-AC91-61B2-E805-8510AC4A4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8147-18F6-4509-9B08-6F5D2CCD6416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A4E9DE-4CD9-7B1A-677D-28C9EF414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D95F1-7AD7-A76A-6A0D-4163793E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567-5049-461D-8786-87B64A75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51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9B5D4-5270-5B7F-C904-0EDD2374E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07AF5-7E27-321F-D42D-DBFE25A39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8147-18F6-4509-9B08-6F5D2CCD6416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BE22F-25A5-88D1-8D9E-0A583F938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2F8E9-65DA-DF80-7D1B-A2763EBB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567-5049-461D-8786-87B64A75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016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50C7C4-4D23-272F-3838-D2792264D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8147-18F6-4509-9B08-6F5D2CCD6416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EACAEC-7EB1-7DBF-3822-1FAFFCCA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7381F-9324-278E-A9EE-BE4140DBB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567-5049-461D-8786-87B64A75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81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A0BF-3632-8346-8757-D2D30DE4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3B78A-38DC-F5DF-E792-187B829E5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C84E9-6B34-235C-DA70-BD1645D13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DD347-B4A3-A1DE-105F-8A890C7BA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8147-18F6-4509-9B08-6F5D2CCD6416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1C6DC-6DF5-1FFC-3D21-B0FBF4B3E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DE587-068D-E9E1-FB0B-8279551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567-5049-461D-8786-87B64A75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4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D9DE2-8FCD-93CC-27E8-D97FB355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F542A6-AA93-DB07-56AC-1E67437EC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D97B6-2230-8546-C618-386D5981A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0C881-FB47-E48B-46E5-28375EDC1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8147-18F6-4509-9B08-6F5D2CCD6416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4823F-3476-3F7B-42A5-CB934ADA1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14DB6-799B-E15D-0FE6-036419CD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567-5049-461D-8786-87B64A75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11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423A-FD47-3995-ECE6-56084BE60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869E6-96CF-E5EF-A9E9-D511E1BCF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F6CFA-481A-769E-0F48-94F0E571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8147-18F6-4509-9B08-6F5D2CCD6416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DB627-3A6E-FC3B-A103-74891D1B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815C1-0F78-577E-EC42-29AEE2D3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567-5049-461D-8786-87B64A75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37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4A67C7-19C0-00EF-8BD1-50F932A35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8C85A5-C706-351B-BB3B-42C76979B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91883-0C09-AF4A-8834-ACF00F115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8147-18F6-4509-9B08-6F5D2CCD6416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E440C-4510-F188-F9AD-92604D2B3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83890-9A52-FE0D-FB17-D20DBC09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567-5049-461D-8786-87B64A75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26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B228DB-FD03-2010-818B-DEDD6B06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F24D3-98E9-9E2A-8FAE-0DC631FFF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BCC19-CE61-820D-05A8-D362B45588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E8147-18F6-4509-9B08-6F5D2CCD6416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43352-E909-23E4-9D16-6A8182361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EC8A7-6911-4B43-ED81-E9120F4D4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56567-5049-461D-8786-87B64A75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0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6D92F-0BCB-DF75-CB29-E18E5395B2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MONAI Label Walkthrough for RCC AI Assisted Annotation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831FC-2123-9130-762C-2BBE3D034B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01/14/2025</a:t>
            </a:r>
          </a:p>
        </p:txBody>
      </p:sp>
    </p:spTree>
    <p:extLst>
      <p:ext uri="{BB962C8B-B14F-4D97-AF65-F5344CB8AC3E}">
        <p14:creationId xmlns:p14="http://schemas.microsoft.com/office/powerpoint/2010/main" val="3305483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A1018-A943-5A68-5706-8F33A0A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36DC0-CA27-6185-9903-1E43D92C0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Approximately following this walkthrough:</a:t>
            </a:r>
          </a:p>
          <a:p>
            <a:pPr lvl="1"/>
            <a:r>
              <a:rPr lang="en-US" dirty="0"/>
              <a:t>https://github.com/Project-MONAI/MONAILabel/tree/main/sample-apps/radiology</a:t>
            </a:r>
          </a:p>
        </p:txBody>
      </p:sp>
    </p:spTree>
    <p:extLst>
      <p:ext uri="{BB962C8B-B14F-4D97-AF65-F5344CB8AC3E}">
        <p14:creationId xmlns:p14="http://schemas.microsoft.com/office/powerpoint/2010/main" val="380532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2692-74E4-2378-F0DB-220F374E4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MONAI Label server (easiest via docker)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983AF62-97D2-4EC8-BE94-08F2AB7B87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17985"/>
            <a:ext cx="5181600" cy="372372"/>
          </a:xfr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5E1268-5090-DFF9-034C-1A17202227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93533" y="1825625"/>
            <a:ext cx="4138933" cy="4351338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B40E2A-3ACB-71C1-DA53-4E33604C7F30}"/>
              </a:ext>
            </a:extLst>
          </p:cNvPr>
          <p:cNvSpPr txBox="1"/>
          <p:nvPr/>
        </p:nvSpPr>
        <p:spPr>
          <a:xfrm>
            <a:off x="654424" y="1582271"/>
            <a:ext cx="58046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Launch docker: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Navigate to download radiology app and start server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server is running will see a status like this: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DD09EC-D53F-5B92-0EA5-4D697A73D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001294"/>
            <a:ext cx="5257800" cy="3927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02468B-5A76-2C45-93EB-4EFD1E4DC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772292"/>
            <a:ext cx="5257800" cy="53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23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ECAEB-18B6-A6EB-110D-72AEE87EF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to MONAI Label Server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3896E93-F44D-C5A8-E254-40D896D11D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Launch 3D slicer</a:t>
            </a:r>
          </a:p>
          <a:p>
            <a:r>
              <a:rPr lang="en-US" dirty="0"/>
              <a:t>Install MONAI Label plugin</a:t>
            </a:r>
          </a:p>
          <a:p>
            <a:r>
              <a:rPr lang="en-US" dirty="0"/>
              <a:t>Connect to server</a:t>
            </a:r>
          </a:p>
          <a:p>
            <a:r>
              <a:rPr lang="en-US" dirty="0"/>
              <a:t>Click Next sample to load first case</a:t>
            </a:r>
          </a:p>
        </p:txBody>
      </p:sp>
      <p:pic>
        <p:nvPicPr>
          <p:cNvPr id="13" name="Content Placeholder 9">
            <a:extLst>
              <a:ext uri="{FF2B5EF4-FFF2-40B4-BE49-F238E27FC236}">
                <a16:creationId xmlns:a16="http://schemas.microsoft.com/office/drawing/2014/main" id="{EE38D8A2-F656-4F6C-596E-E666F737A4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91219" y="1825625"/>
            <a:ext cx="2543562" cy="4351338"/>
          </a:xfrm>
        </p:spPr>
      </p:pic>
    </p:spTree>
    <p:extLst>
      <p:ext uri="{BB962C8B-B14F-4D97-AF65-F5344CB8AC3E}">
        <p14:creationId xmlns:p14="http://schemas.microsoft.com/office/powerpoint/2010/main" val="29473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AF0E-7ADB-F028-F63B-C4E5B1B12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Begin annotation by defining relevant segmentation compartment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DFD57EF-2D4F-2785-9DBC-1222E007DF9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44309" y="1825625"/>
            <a:ext cx="3369382" cy="4351338"/>
          </a:xfr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C27087-9C5E-5850-932F-8152C15916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20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EFAB-6CDD-72FB-DF59-E155D35C8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Chose deepgrow_3d and RCC compartment 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D6B67788-F206-252B-4811-4EE2EAF71A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02106" y="2104088"/>
            <a:ext cx="5181600" cy="1773105"/>
          </a:xfrm>
        </p:spPr>
      </p:pic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6AF3E65-CF92-8677-1F5C-83A47D35F7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57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36423-ADCB-FE5A-0D26-8053EFB5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to place points and update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E2CAC-2732-2590-D3EA-50C0E1E5BC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Place points in feature of interest</a:t>
            </a:r>
          </a:p>
          <a:p>
            <a:r>
              <a:rPr lang="en-US" dirty="0"/>
              <a:t>Update will </a:t>
            </a:r>
            <a:r>
              <a:rPr lang="en-US" dirty="0" err="1"/>
              <a:t>autosegment</a:t>
            </a:r>
            <a:r>
              <a:rPr lang="en-US" dirty="0"/>
              <a:t> that feature</a:t>
            </a:r>
          </a:p>
        </p:txBody>
      </p:sp>
      <p:pic>
        <p:nvPicPr>
          <p:cNvPr id="5" name="Content Placeholder 22">
            <a:extLst>
              <a:ext uri="{FF2B5EF4-FFF2-40B4-BE49-F238E27FC236}">
                <a16:creationId xmlns:a16="http://schemas.microsoft.com/office/drawing/2014/main" id="{15B15EC4-8174-5928-2CB5-340AA44278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334567"/>
            <a:ext cx="5181600" cy="333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6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DA318-E444-87E3-0F32-C1266132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Submitting/saving labels and model improvement (to discuss?)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35A30-CDFA-A3F2-D9D9-4965E9FF7C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After a case is satisfactory, clicking “Submit label” will save label</a:t>
            </a:r>
          </a:p>
          <a:p>
            <a:r>
              <a:rPr lang="en-US" dirty="0"/>
              <a:t>An option is to then fine-tune the model using </a:t>
            </a:r>
            <a:r>
              <a:rPr lang="en-US"/>
              <a:t>performed segmentations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E25A630-EB65-37FA-4CEA-D4C0774646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906548"/>
            <a:ext cx="5181600" cy="2189491"/>
          </a:xfrm>
        </p:spPr>
      </p:pic>
    </p:spTree>
    <p:extLst>
      <p:ext uri="{BB962C8B-B14F-4D97-AF65-F5344CB8AC3E}">
        <p14:creationId xmlns:p14="http://schemas.microsoft.com/office/powerpoint/2010/main" val="1369626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156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MONAI Label Walkthrough for RCC AI Assisted Annotation Project</vt:lpstr>
      <vt:lpstr>Getting started</vt:lpstr>
      <vt:lpstr>Start MONAI Label server (easiest via docker)</vt:lpstr>
      <vt:lpstr>Connect to MONAI Label Server</vt:lpstr>
      <vt:lpstr>Begin annotation by defining relevant segmentation compartment</vt:lpstr>
      <vt:lpstr> Chose deepgrow_3d and RCC compartment </vt:lpstr>
      <vt:lpstr>Start to place points and update segmentation</vt:lpstr>
      <vt:lpstr>Submitting/saving labels and model improvement (to discuss?)</vt:lpstr>
    </vt:vector>
  </TitlesOfParts>
  <Company>UWHCA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MONAI Label Walkthrough for RCC AI Assisted Annotation Project</dc:title>
  <dc:creator>Garrett, John W</dc:creator>
  <cp:lastModifiedBy>Garrett, John W</cp:lastModifiedBy>
  <cp:revision>5</cp:revision>
  <dcterms:created xsi:type="dcterms:W3CDTF">2025-01-14T15:17:42Z</dcterms:created>
  <dcterms:modified xsi:type="dcterms:W3CDTF">2025-01-14T17:30:18Z</dcterms:modified>
</cp:coreProperties>
</file>